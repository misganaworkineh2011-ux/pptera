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E879F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7DD3FC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content-comparison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