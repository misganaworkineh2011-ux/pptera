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E879F9"/>
          </a:solidFill>
          <a:ln/>
        </p:spPr>
      </p:sp>
      <p:sp>
        <p:nvSpPr>
          <p:cNvPr id="5" name="Shape 3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E879F9"/>
          </a:solidFill>
          <a:ln/>
        </p:spPr>
      </p:sp>
      <p:sp>
        <p:nvSpPr>
          <p:cNvPr id="6" name="Text 4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E879F9"/>
          </a:solidFill>
          <a:ln/>
        </p:spPr>
      </p:sp>
      <p:sp>
        <p:nvSpPr>
          <p:cNvPr id="9" name="Text 7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E879F9"/>
          </a:solidFill>
          <a:ln/>
        </p:spPr>
      </p:sp>
      <p:sp>
        <p:nvSpPr>
          <p:cNvPr id="12" name="Text 10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E879F9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content-timeline</dc:title>
  <dc:subject>PptxGenJS Presentation</dc:subject>
  <dc:creator>PPTera</dc:creator>
  <cp:lastModifiedBy>PPTera</cp:lastModifiedBy>
  <cp:revision>1</cp:revision>
  <dcterms:created xsi:type="dcterms:W3CDTF">2025-12-23T12:20:37Z</dcterms:created>
  <dcterms:modified xsi:type="dcterms:W3CDTF">2025-12-23T12:20:37Z</dcterms:modified>
</cp:coreProperties>
</file>