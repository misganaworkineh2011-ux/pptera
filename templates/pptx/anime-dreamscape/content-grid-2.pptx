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625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251F35">
              <a:alpha val="80000"/>
            </a:srgbClr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251F35">
              <a:alpha val="80000"/>
            </a:srgbClr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Anime Dreamscape - content-grid-2</dc:title>
  <dc:subject>PptxGenJS Presentation</dc:subject>
  <dc:creator>PPTera</dc:creator>
  <cp:lastModifiedBy>PPTera</cp:lastModifiedBy>
  <cp:revision>1</cp:revision>
  <dcterms:created xsi:type="dcterms:W3CDTF">2025-12-23T12:20:13Z</dcterms:created>
  <dcterms:modified xsi:type="dcterms:W3CDTF">2025-12-23T12:20:13Z</dcterms:modified>
</cp:coreProperties>
</file>