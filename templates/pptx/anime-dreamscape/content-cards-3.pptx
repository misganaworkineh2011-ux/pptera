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251F35">
              <a:alpha val="90000"/>
            </a:srgbClr>
          </a:solidFill>
          <a:ln w="254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251F35">
              <a:alpha val="90000"/>
            </a:srgbClr>
          </a:solidFill>
          <a:ln w="25400">
            <a:solidFill>
              <a:srgbClr val="E879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251F35">
              <a:alpha val="90000"/>
            </a:srgbClr>
          </a:solidFill>
          <a:ln w="25400">
            <a:solidFill>
              <a:srgbClr val="E87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content-cards-3</dc:title>
  <dc:subject>PptxGenJS Presentation</dc:subject>
  <dc:creator>PPTera</dc:creator>
  <cp:lastModifiedBy>PPTera</cp:lastModifiedBy>
  <cp:revision>1</cp:revision>
  <dcterms:created xsi:type="dcterms:W3CDTF">2025-12-23T12:20:27Z</dcterms:created>
  <dcterms:modified xsi:type="dcterms:W3CDTF">2025-12-23T12:20:27Z</dcterms:modified>
</cp:coreProperties>
</file>