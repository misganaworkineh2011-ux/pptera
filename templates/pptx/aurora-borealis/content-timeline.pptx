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2286000"/>
            <a:ext cx="7680960" cy="4572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2130552" y="2148840"/>
            <a:ext cx="274320" cy="27432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5" name="Text 3"/>
          <p:cNvSpPr/>
          <p:nvPr/>
        </p:nvSpPr>
        <p:spPr>
          <a:xfrm>
            <a:off x="1353312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53312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66744" y="2148840"/>
            <a:ext cx="274320" cy="27432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8" name="Text 6"/>
          <p:cNvSpPr/>
          <p:nvPr/>
        </p:nvSpPr>
        <p:spPr>
          <a:xfrm>
            <a:off x="2889504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889504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{{BULLET2}}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202936" y="2148840"/>
            <a:ext cx="274320" cy="27432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1" name="Text 9"/>
          <p:cNvSpPr/>
          <p:nvPr/>
        </p:nvSpPr>
        <p:spPr>
          <a:xfrm>
            <a:off x="4425696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425696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{{BULLET3}}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739128" y="2148840"/>
            <a:ext cx="274320" cy="27432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5961888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61888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{{BULLET4}}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8A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Aurora Borealis - content-timeline</dc:title>
  <dc:subject>PptxGenJS Presentation</dc:subject>
  <dc:creator>PPTMaster</dc:creator>
  <cp:lastModifiedBy>PPTMaster</cp:lastModifiedBy>
  <cp:revision>1</cp:revision>
  <dcterms:created xsi:type="dcterms:W3CDTF">2025-12-23T12:19:25Z</dcterms:created>
  <dcterms:modified xsi:type="dcterms:W3CDTF">2025-12-23T12:19:25Z</dcterms:modified>
</cp:coreProperties>
</file>