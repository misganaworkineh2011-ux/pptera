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1A1030">
              <a:alpha val="90000"/>
            </a:srgbClr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1A1030">
              <a:alpha val="90000"/>
            </a:srgbClr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1A1030">
              <a:alpha val="90000"/>
            </a:srgbClr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1A1030">
              <a:alpha val="90000"/>
            </a:srgbClr>
          </a:solidFill>
          <a:ln w="12700">
            <a:solidFill>
              <a:srgbClr val="2D1F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content-grid-4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