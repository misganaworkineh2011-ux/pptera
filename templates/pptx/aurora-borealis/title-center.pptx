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{{SUBTITLE}}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B8A8D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Aurora Borealis - title-center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