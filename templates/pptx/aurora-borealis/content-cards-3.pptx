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150D24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150D24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150D24">
              <a:alpha val="90000"/>
            </a:srgbClr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8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A8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Borealis - content-cards-3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