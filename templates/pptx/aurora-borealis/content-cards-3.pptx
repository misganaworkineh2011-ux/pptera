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108960"/>
          </a:xfrm>
          <a:prstGeom prst="roundRect">
            <a:avLst/>
          </a:prstGeom>
          <a:solidFill>
            <a:srgbClr val="150D24">
              <a:alpha val="9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651760" cy="3108960"/>
          </a:xfrm>
          <a:prstGeom prst="roundRect">
            <a:avLst/>
          </a:prstGeom>
          <a:solidFill>
            <a:srgbClr val="150D24">
              <a:alpha val="9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097280"/>
            <a:ext cx="2651760" cy="3108960"/>
          </a:xfrm>
          <a:prstGeom prst="roundRect">
            <a:avLst/>
          </a:prstGeom>
          <a:solidFill>
            <a:srgbClr val="150D24">
              <a:alpha val="90000"/>
            </a:srgbClr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801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content-cards-3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