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A1030"/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content-right-image-left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