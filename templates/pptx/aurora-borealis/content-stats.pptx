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0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463040"/>
            <a:ext cx="2057400" cy="2560320"/>
          </a:xfrm>
          <a:prstGeom prst="rect">
            <a:avLst/>
          </a:prstGeom>
          <a:solidFill>
            <a:srgbClr val="150D24"/>
          </a:solidFill>
          <a:ln w="12700">
            <a:solidFill>
              <a:srgbClr val="2D1F4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371600"/>
            <a:ext cx="1874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A85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457200" y="2743200"/>
            <a:ext cx="1874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E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{{LABEL1}}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514600" y="1463040"/>
            <a:ext cx="2057400" cy="2560320"/>
          </a:xfrm>
          <a:prstGeom prst="rect">
            <a:avLst/>
          </a:prstGeom>
          <a:solidFill>
            <a:srgbClr val="150D24"/>
          </a:solidFill>
          <a:ln w="12700">
            <a:solidFill>
              <a:srgbClr val="2D1F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514600" y="1371600"/>
            <a:ext cx="1874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A85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2514600" y="2743200"/>
            <a:ext cx="1874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E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{{LABEL2}}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0" y="1463040"/>
            <a:ext cx="2057400" cy="2560320"/>
          </a:xfrm>
          <a:prstGeom prst="rect">
            <a:avLst/>
          </a:prstGeom>
          <a:solidFill>
            <a:srgbClr val="150D24"/>
          </a:solidFill>
          <a:ln w="12700">
            <a:solidFill>
              <a:srgbClr val="2D1F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0" y="1371600"/>
            <a:ext cx="1874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A85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800" dirty="0"/>
          </a:p>
        </p:txBody>
      </p:sp>
      <p:sp>
        <p:nvSpPr>
          <p:cNvPr id="11" name="Text 9"/>
          <p:cNvSpPr/>
          <p:nvPr/>
        </p:nvSpPr>
        <p:spPr>
          <a:xfrm>
            <a:off x="4572000" y="2743200"/>
            <a:ext cx="1874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E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{{LABEL3}}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629400" y="1463040"/>
            <a:ext cx="2057400" cy="2560320"/>
          </a:xfrm>
          <a:prstGeom prst="rect">
            <a:avLst/>
          </a:prstGeom>
          <a:solidFill>
            <a:srgbClr val="150D24"/>
          </a:solidFill>
          <a:ln w="12700">
            <a:solidFill>
              <a:srgbClr val="2D1F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29400" y="1371600"/>
            <a:ext cx="1874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A85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4800" dirty="0"/>
          </a:p>
        </p:txBody>
      </p:sp>
      <p:sp>
        <p:nvSpPr>
          <p:cNvPr id="14" name="Text 12"/>
          <p:cNvSpPr/>
          <p:nvPr/>
        </p:nvSpPr>
        <p:spPr>
          <a:xfrm>
            <a:off x="6629400" y="2743200"/>
            <a:ext cx="1874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E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{{LABEL4}}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8A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Aurora Borealis - content-stats</dc:title>
  <dc:subject>PptxGenJS Presentation</dc:subject>
  <dc:creator>PPTMaster</dc:creator>
  <cp:lastModifiedBy>PPTMaster</cp:lastModifiedBy>
  <cp:revision>1</cp:revision>
  <dcterms:created xsi:type="dcterms:W3CDTF">2025-12-23T12:19:25Z</dcterms:created>
  <dcterms:modified xsi:type="dcterms:W3CDTF">2025-12-23T12:19:25Z</dcterms:modified>
</cp:coreProperties>
</file>