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108960"/>
          </a:xfrm>
          <a:prstGeom prst="roundRect">
            <a:avLst/>
          </a:prstGeom>
          <a:solidFill>
            <a:srgbClr val="12102A">
              <a:alpha val="90000"/>
            </a:srgbClr>
          </a:solidFill>
          <a:ln w="25400">
            <a:solidFill>
              <a:srgbClr val="E879A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108960"/>
          </a:xfrm>
          <a:prstGeom prst="roundRect">
            <a:avLst/>
          </a:prstGeom>
          <a:solidFill>
            <a:srgbClr val="12102A">
              <a:alpha val="90000"/>
            </a:srgbClr>
          </a:solidFill>
          <a:ln w="25400">
            <a:solidFill>
              <a:srgbClr val="E879A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108960"/>
          </a:xfrm>
          <a:prstGeom prst="roundRect">
            <a:avLst/>
          </a:prstGeom>
          <a:solidFill>
            <a:srgbClr val="12102A">
              <a:alpha val="90000"/>
            </a:srgbClr>
          </a:solidFill>
          <a:ln w="25400">
            <a:solidFill>
              <a:srgbClr val="E879A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200" dirty="0"/>
          </a:p>
          <a:p>
            <a:pPr>
              <a:spcAft>
                <a:spcPts val="600"/>
              </a:spcAft>
            </a:pPr>
            <a:r>
              <a:rPr lang="en-US" sz="12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content-cards-3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