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C0A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0"/>
            <a:ext cx="5486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{{TITLE}}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3108960"/>
            <a:ext cx="5486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C4B5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{{SUBTITLE}}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6400800" y="0"/>
            <a:ext cx="2743200" cy="5143500"/>
          </a:xfrm>
          <a:prstGeom prst="rect">
            <a:avLst/>
          </a:prstGeom>
          <a:solidFill>
            <a:srgbClr val="1A1735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4B5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Midnight Garden - title-left</dc:title>
  <dc:subject>PptxGenJS Presentation</dc:subject>
  <dc:creator>PPTera</dc:creator>
  <cp:lastModifiedBy>PPTera</cp:lastModifiedBy>
  <cp:revision>1</cp:revision>
  <dcterms:created xsi:type="dcterms:W3CDTF">2025-12-23T12:19:25Z</dcterms:created>
  <dcterms:modified xsi:type="dcterms:W3CDTF">2025-12-23T12:19:25Z</dcterms:modified>
</cp:coreProperties>
</file>