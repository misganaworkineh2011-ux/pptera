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A173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title-left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