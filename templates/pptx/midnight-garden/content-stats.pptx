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057400" cy="2560320"/>
          </a:xfrm>
          <a:prstGeom prst="rect">
            <a:avLst/>
          </a:prstGeom>
          <a:solidFill>
            <a:srgbClr val="12102A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7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14600" y="1463040"/>
            <a:ext cx="2057400" cy="2560320"/>
          </a:xfrm>
          <a:prstGeom prst="rect">
            <a:avLst/>
          </a:prstGeom>
          <a:solidFill>
            <a:srgbClr val="12102A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7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5146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2057400" cy="2560320"/>
          </a:xfrm>
          <a:prstGeom prst="rect">
            <a:avLst/>
          </a:prstGeom>
          <a:solidFill>
            <a:srgbClr val="12102A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7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1463040"/>
            <a:ext cx="2057400" cy="2560320"/>
          </a:xfrm>
          <a:prstGeom prst="rect">
            <a:avLst/>
          </a:prstGeom>
          <a:solidFill>
            <a:srgbClr val="12102A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7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6294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 Garden - content-stats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