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E879A9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6858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72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{{BULLET2}}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Midnight Garden - content-quote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