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7680960" cy="45720"/>
          </a:xfrm>
          <a:prstGeom prst="rect">
            <a:avLst/>
          </a:prstGeom>
          <a:solidFill>
            <a:srgbClr val="E879A9"/>
          </a:solidFill>
          <a:ln/>
        </p:spPr>
      </p:sp>
      <p:sp>
        <p:nvSpPr>
          <p:cNvPr id="4" name="Shape 2"/>
          <p:cNvSpPr/>
          <p:nvPr/>
        </p:nvSpPr>
        <p:spPr>
          <a:xfrm>
            <a:off x="2130552" y="2148840"/>
            <a:ext cx="274320" cy="274320"/>
          </a:xfrm>
          <a:prstGeom prst="ellipse">
            <a:avLst/>
          </a:prstGeom>
          <a:solidFill>
            <a:srgbClr val="E879A9"/>
          </a:solidFill>
          <a:ln/>
        </p:spPr>
      </p:sp>
      <p:sp>
        <p:nvSpPr>
          <p:cNvPr id="5" name="Text 3"/>
          <p:cNvSpPr/>
          <p:nvPr/>
        </p:nvSpPr>
        <p:spPr>
          <a:xfrm>
            <a:off x="1353312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53312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66744" y="2148840"/>
            <a:ext cx="274320" cy="274320"/>
          </a:xfrm>
          <a:prstGeom prst="ellipse">
            <a:avLst/>
          </a:prstGeom>
          <a:solidFill>
            <a:srgbClr val="E879A9"/>
          </a:solidFill>
          <a:ln/>
        </p:spPr>
      </p:sp>
      <p:sp>
        <p:nvSpPr>
          <p:cNvPr id="8" name="Text 6"/>
          <p:cNvSpPr/>
          <p:nvPr/>
        </p:nvSpPr>
        <p:spPr>
          <a:xfrm>
            <a:off x="2889504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9504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02936" y="2148840"/>
            <a:ext cx="274320" cy="274320"/>
          </a:xfrm>
          <a:prstGeom prst="ellipse">
            <a:avLst/>
          </a:prstGeom>
          <a:solidFill>
            <a:srgbClr val="E879A9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25696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39128" y="2148840"/>
            <a:ext cx="274320" cy="274320"/>
          </a:xfrm>
          <a:prstGeom prst="ellipse">
            <a:avLst/>
          </a:prstGeom>
          <a:solidFill>
            <a:srgbClr val="E879A9"/>
          </a:solidFill>
          <a:ln/>
        </p:spPr>
      </p:sp>
      <p:sp>
        <p:nvSpPr>
          <p:cNvPr id="14" name="Text 12"/>
          <p:cNvSpPr/>
          <p:nvPr/>
        </p:nvSpPr>
        <p:spPr>
          <a:xfrm>
            <a:off x="5961888" y="1371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9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61888" y="25603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Garden - content-timeline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