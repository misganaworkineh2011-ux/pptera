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1A1735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Garden - content-left-image-right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