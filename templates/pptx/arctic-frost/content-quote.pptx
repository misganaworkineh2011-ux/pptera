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0891B2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❝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{{BULLET2}}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Arctic Frost - content-quote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