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291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9436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383280" y="1097280"/>
            <a:ext cx="2651760" cy="3291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2044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097280"/>
            <a:ext cx="2651760" cy="3291840"/>
          </a:xfrm>
          <a:prstGeom prst="round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8016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300" dirty="0"/>
          </a:p>
          <a:p>
            <a:pPr>
              <a:spcAft>
                <a:spcPts val="600"/>
              </a:spcAft>
            </a:pPr>
            <a:r>
              <a:rPr lang="en-US" sz="13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Arctic Frost - content-grid-3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