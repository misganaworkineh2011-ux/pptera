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141414">
              <a:alpha val="90000"/>
            </a:srgbClr>
          </a:solidFill>
          <a:ln w="25400">
            <a:solidFill>
              <a:srgbClr val="00FF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141414">
              <a:alpha val="90000"/>
            </a:srgbClr>
          </a:solidFill>
          <a:ln w="25400">
            <a:solidFill>
              <a:srgbClr val="00F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141414">
              <a:alpha val="90000"/>
            </a:srgbClr>
          </a:solidFill>
          <a:ln w="25400">
            <a:solidFill>
              <a:srgbClr val="00FF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content-cards-3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