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57200"/>
          </a:xfrm>
          <a:prstGeom prst="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4360"/>
            <a:ext cx="182880" cy="18288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94360"/>
            <a:ext cx="182880" cy="18288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94360"/>
            <a:ext cx="182880" cy="18288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000000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{{TITLE}}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{{BULLET2}}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{{BULLET3}}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{{BULLET4}}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{{BULLET5}}</a:t>
            </a: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{{BULLET6}}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content-right-image-left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