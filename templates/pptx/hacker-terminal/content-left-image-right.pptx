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57200"/>
          </a:xfrm>
          <a:prstGeom prst="rect">
            <a:avLst>
              <a:gd name="adj" fmla="val 20000"/>
            </a:avLst>
          </a:prstGeom>
          <a:solidFill>
            <a:srgbClr val="333333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94360"/>
            <a:ext cx="182880" cy="182880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594360"/>
            <a:ext cx="182880" cy="18288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94360"/>
            <a:ext cx="182880" cy="182880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solidFill>
            <a:srgbClr val="000000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{{TITLE}}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{{BULLET1}}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{{BULLET2}}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{{BULLET3}}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{{BULLET4}}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{{BULLET5}}</a:t>
            </a:r>
            <a:endParaRPr lang="en-US" sz="14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{{BULLET6}}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content-left-image-right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