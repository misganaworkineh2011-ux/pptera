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41"/>
                </a:solidFill>
                <a:effectLst>
                  <a:glow rad="63500">
                    <a:srgbClr val="00FF41">
                      <a:alpha val="50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{{SUBTITLE}}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title-center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