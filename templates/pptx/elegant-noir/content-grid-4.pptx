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1A1A1D">
              <a:alpha val="90000"/>
            </a:srgbClr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content-grid-4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