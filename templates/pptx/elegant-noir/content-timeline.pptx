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2286000"/>
            <a:ext cx="768096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2130552" y="2148840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1353312" y="13716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{{LABEL1}}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53312" y="256032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{{BULLET1}}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66744" y="2148840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2889504" y="13716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{{LABEL2}}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889504" y="256032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{{BULLET2}}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202936" y="2148840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4425696" y="13716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{{LABEL3}}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425696" y="256032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{{BULLET3}}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39128" y="2148840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5961888" y="13716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{{LABEL4}}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61888" y="256032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{{BULLET4}}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Elegant Noir - content-timeline</dc:title>
  <dc:subject>PptxGenJS Presentation</dc:subject>
  <dc:creator>PPTera</dc:creator>
  <cp:lastModifiedBy>PPTera</cp:lastModifiedBy>
  <cp:revision>1</cp:revision>
  <dcterms:created xsi:type="dcterms:W3CDTF">2025-12-23T12:19:24Z</dcterms:created>
  <dcterms:modified xsi:type="dcterms:W3CDTF">2025-12-23T12:19:24Z</dcterms:modified>
</cp:coreProperties>
</file>