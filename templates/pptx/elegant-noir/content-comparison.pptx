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548640"/>
          </a:xfrm>
          <a:prstGeom prst="round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548640"/>
          </a:xfrm>
          <a:prstGeom prst="roundRect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{{BULLET5}}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Noir - content-comparison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