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303520" y="1097280"/>
            <a:ext cx="3383280" cy="3474720"/>
          </a:xfrm>
          <a:prstGeom prst="rect">
            <a:avLst/>
          </a:prstGeom>
          <a:solidFill>
            <a:srgbClr val="1A1A1D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content-left-image-right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