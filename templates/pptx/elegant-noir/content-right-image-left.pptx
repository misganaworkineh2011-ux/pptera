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A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A1A1D"/>
          </a:solidFill>
          <a:ln w="12700">
            <a:solidFill>
              <a:srgbClr val="272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Elegant Noir - content-right-image-left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