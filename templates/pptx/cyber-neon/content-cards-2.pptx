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51520">
              <a:alpha val="9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51520">
              <a:alpha val="9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Neon - content-cards-2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