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931920" cy="1645920"/>
          </a:xfrm>
          <a:prstGeom prst="roundRect">
            <a:avLst/>
          </a:prstGeom>
          <a:solidFill>
            <a:srgbClr val="151520">
              <a:alpha val="90000"/>
            </a:srgbClr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515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{{LABEL1}}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{{BULLET1}}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914400"/>
            <a:ext cx="3931920" cy="1645920"/>
          </a:xfrm>
          <a:prstGeom prst="roundRect">
            <a:avLst/>
          </a:prstGeom>
          <a:solidFill>
            <a:srgbClr val="151520">
              <a:alpha val="90000"/>
            </a:srgbClr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0515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{{LABEL2}}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14173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{{BULLET2}}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3931920" cy="1645920"/>
          </a:xfrm>
          <a:prstGeom prst="roundRect">
            <a:avLst/>
          </a:prstGeom>
          <a:solidFill>
            <a:srgbClr val="151520">
              <a:alpha val="90000"/>
            </a:srgbClr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8803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{{LABEL3}}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2461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{{BULLET3}}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2743200"/>
            <a:ext cx="3931920" cy="1645920"/>
          </a:xfrm>
          <a:prstGeom prst="roundRect">
            <a:avLst/>
          </a:prstGeom>
          <a:solidFill>
            <a:srgbClr val="151520">
              <a:alpha val="90000"/>
            </a:srgbClr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28803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{{LABEL4}}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32461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{{BULLET4}}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 Neon - content-grid-4</dc:title>
  <dc:subject>PptxGenJS Presentation</dc:subject>
  <dc:creator>PPTera</dc:creator>
  <cp:lastModifiedBy>PPTera</cp:lastModifiedBy>
  <cp:revision>1</cp:revision>
  <dcterms:created xsi:type="dcterms:W3CDTF">2025-12-23T12:19:25Z</dcterms:created>
  <dcterms:modified xsi:type="dcterms:W3CDTF">2025-12-23T12:19:25Z</dcterms:modified>
</cp:coreProperties>
</file>