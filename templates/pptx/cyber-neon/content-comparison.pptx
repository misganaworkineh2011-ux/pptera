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548640"/>
          </a:xfrm>
          <a:prstGeom prst="roundRect">
            <a:avLst/>
          </a:prstGeom>
          <a:solidFill>
            <a:srgbClr val="00FF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058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0" y="1005840"/>
            <a:ext cx="3931920" cy="548640"/>
          </a:xfrm>
          <a:prstGeom prst="roundRect">
            <a:avLst/>
          </a:prstGeom>
          <a:solidFill>
            <a:srgbClr val="FF00FF"/>
          </a:solidFill>
          <a:ln/>
        </p:spPr>
      </p:sp>
      <p:sp>
        <p:nvSpPr>
          <p:cNvPr id="6" name="Text 4"/>
          <p:cNvSpPr/>
          <p:nvPr/>
        </p:nvSpPr>
        <p:spPr>
          <a:xfrm>
            <a:off x="4754880" y="10058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{{BULLET5}}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937760" y="173736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{{BULLET6}}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Cyber Neon - content-comparison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