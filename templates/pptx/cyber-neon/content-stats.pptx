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057400" cy="2560320"/>
          </a:xfrm>
          <a:prstGeom prst="rect">
            <a:avLst/>
          </a:prstGeom>
          <a:solidFill>
            <a:srgbClr val="0F0F18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14600" y="1463040"/>
            <a:ext cx="2057400" cy="2560320"/>
          </a:xfrm>
          <a:prstGeom prst="rect">
            <a:avLst/>
          </a:prstGeom>
          <a:solidFill>
            <a:srgbClr val="0F0F18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146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5146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1463040"/>
            <a:ext cx="2057400" cy="2560320"/>
          </a:xfrm>
          <a:prstGeom prst="rect">
            <a:avLst/>
          </a:prstGeom>
          <a:solidFill>
            <a:srgbClr val="0F0F18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5720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29400" y="1463040"/>
            <a:ext cx="2057400" cy="2560320"/>
          </a:xfrm>
          <a:prstGeom prst="rect">
            <a:avLst/>
          </a:prstGeom>
          <a:solidFill>
            <a:srgbClr val="0F0F18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6294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Neon - content-stats</dc:title>
  <dc:subject>PptxGenJS Presentation</dc:subject>
  <dc:creator>PPTMaster</dc:creator>
  <cp:lastModifiedBy>PPTMaster</cp:lastModifiedBy>
  <cp:revision>1</cp:revision>
  <dcterms:created xsi:type="dcterms:W3CDTF">2025-12-23T12:19:25Z</dcterms:created>
  <dcterms:modified xsi:type="dcterms:W3CDTF">2025-12-23T12:19:25Z</dcterms:modified>
</cp:coreProperties>
</file>