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A0A0A">
              <a:alpha val="80000"/>
            </a:srgbClr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{{TITLE}}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1097280"/>
            <a:ext cx="3383280" cy="3474720"/>
          </a:xfrm>
          <a:prstGeom prst="rect">
            <a:avLst/>
          </a:prstGeom>
          <a:solidFill>
            <a:srgbClr val="141414">
              <a:alpha val="85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114800" y="1097280"/>
            <a:ext cx="457200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>
              <a:spcAft>
                <a:spcPts val="600"/>
              </a:spcAft>
            </a:pPr>
            <a:r>
              <a:rPr lang="en-US" sz="15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{{LABEL1}}: {{BULLET1}}</a:t>
            </a:r>
            <a:endParaRPr lang="en-US" sz="1500" dirty="0"/>
          </a:p>
          <a:p>
            <a:pPr>
              <a:spcAft>
                <a:spcPts val="600"/>
              </a:spcAft>
            </a:pPr>
            <a:r>
              <a:rPr lang="en-US" sz="15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{{LABEL2}}: {{BULLET2}}</a:t>
            </a:r>
            <a:endParaRPr lang="en-US" sz="1500" dirty="0"/>
          </a:p>
          <a:p>
            <a:pPr>
              <a:spcAft>
                <a:spcPts val="600"/>
              </a:spcAft>
            </a:pPr>
            <a:r>
              <a:rPr lang="en-US" sz="15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{{LABEL3}}: {{BULLET3}}</a:t>
            </a:r>
            <a:endParaRPr lang="en-US" sz="1500" dirty="0"/>
          </a:p>
          <a:p>
            <a:pPr>
              <a:spcAft>
                <a:spcPts val="600"/>
              </a:spcAft>
            </a:pPr>
            <a:r>
              <a:rPr lang="en-US" sz="15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{{LABEL4}}: {{BULLET4}}</a:t>
            </a:r>
            <a:endParaRPr lang="en-US" sz="1500" dirty="0"/>
          </a:p>
          <a:p>
            <a:pPr>
              <a:spcAft>
                <a:spcPts val="600"/>
              </a:spcAft>
            </a:pPr>
            <a:r>
              <a:rPr lang="en-US" sz="15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{{LABEL5}}: {{BULLET5}}</a:t>
            </a:r>
            <a:endParaRPr lang="en-US" sz="1500" dirty="0"/>
          </a:p>
          <a:p>
            <a:pPr>
              <a:spcAft>
                <a:spcPts val="600"/>
              </a:spcAft>
            </a:pPr>
            <a:r>
              <a:rPr lang="en-US" sz="15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{{LABEL6}}: {{BULLET6}}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7772400" y="4754880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3A3A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 / 0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Architectural Mono - content-right-image-left</dc:title>
  <dc:subject>PptxGenJS Presentation</dc:subject>
  <dc:creator>PPTera</dc:creator>
  <cp:lastModifiedBy>PPTera</cp:lastModifiedBy>
  <cp:revision>1</cp:revision>
  <dcterms:created xsi:type="dcterms:W3CDTF">2025-12-23T12:19:50Z</dcterms:created>
  <dcterms:modified xsi:type="dcterms:W3CDTF">2025-12-23T12:19:50Z</dcterms:modified>
</cp:coreProperties>
</file>