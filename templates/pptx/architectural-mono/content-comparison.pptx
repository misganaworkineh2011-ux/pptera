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931920" cy="54864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880" y="1005840"/>
            <a:ext cx="3931920" cy="548640"/>
          </a:xfrm>
          <a:prstGeom prst="roundRect">
            <a:avLst/>
          </a:prstGeom>
          <a:solidFill>
            <a:srgbClr val="737373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0" y="10058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{{BULLET5}}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937760" y="17373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{{BULLET6}}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Architectural Mono - content-comparison</dc:title>
  <dc:subject>PptxGenJS Presentation</dc:subject>
  <dc:creator>PPTMaster</dc:creator>
  <cp:lastModifiedBy>PPTMaster</cp:lastModifiedBy>
  <cp:revision>1</cp:revision>
  <dcterms:created xsi:type="dcterms:W3CDTF">2025-12-23T12:19:57Z</dcterms:created>
  <dcterms:modified xsi:type="dcterms:W3CDTF">2025-12-23T12:19:57Z</dcterms:modified>
</cp:coreProperties>
</file>