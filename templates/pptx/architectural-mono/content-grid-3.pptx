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>
              <a:alpha val="8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651760" cy="3291840"/>
          </a:xfrm>
          <a:prstGeom prst="roundRect">
            <a:avLst/>
          </a:prstGeom>
          <a:solidFill>
            <a:srgbClr val="141414">
              <a:alpha val="8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8016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83280" y="1097280"/>
            <a:ext cx="2651760" cy="3291840"/>
          </a:xfrm>
          <a:prstGeom prst="roundRect">
            <a:avLst/>
          </a:prstGeom>
          <a:solidFill>
            <a:srgbClr val="141414">
              <a:alpha val="8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20440" y="128016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9360" y="1097280"/>
            <a:ext cx="2651760" cy="3291840"/>
          </a:xfrm>
          <a:prstGeom prst="roundRect">
            <a:avLst/>
          </a:prstGeom>
          <a:solidFill>
            <a:srgbClr val="141414">
              <a:alpha val="8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128016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A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Architectural Mono - content-grid-3</dc:title>
  <dc:subject>PptxGenJS Presentation</dc:subject>
  <dc:creator>PPTMaster</dc:creator>
  <cp:lastModifiedBy>PPTMaster</cp:lastModifiedBy>
  <cp:revision>1</cp:revision>
  <dcterms:created xsi:type="dcterms:W3CDTF">2025-12-23T12:19:51Z</dcterms:created>
  <dcterms:modified xsi:type="dcterms:W3CDTF">2025-12-23T12:19:51Z</dcterms:modified>
</cp:coreProperties>
</file>