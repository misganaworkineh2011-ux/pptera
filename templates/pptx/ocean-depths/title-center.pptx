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{{TITLE}}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310896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7DD3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{{SUBTITLE}}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DD3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0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Ocean Depths - title-center</dc:title>
  <dc:subject>PptxGenJS Presentation</dc:subject>
  <dc:creator>PPTMaster</dc:creator>
  <cp:lastModifiedBy>PPTMaster</cp:lastModifiedBy>
  <cp:revision>1</cp:revision>
  <dcterms:created xsi:type="dcterms:W3CDTF">2025-12-23T12:19:24Z</dcterms:created>
  <dcterms:modified xsi:type="dcterms:W3CDTF">2025-12-23T12:19:24Z</dcterms:modified>
</cp:coreProperties>
</file>