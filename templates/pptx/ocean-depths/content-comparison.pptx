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548640"/>
          </a:xfrm>
          <a:prstGeom prst="roundRect">
            <a:avLst/>
          </a:prstGeom>
          <a:solidFill>
            <a:srgbClr val="14B8A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3931920" cy="548640"/>
          </a:xfrm>
          <a:prstGeom prst="round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10058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{{BULLET1}}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{{BULLET3}}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{{BULLET5}}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{{BULLET2}}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{{BULLET4}}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{{BULLET6}}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Depths - content-comparison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