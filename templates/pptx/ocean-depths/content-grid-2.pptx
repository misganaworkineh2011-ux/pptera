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16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{{TITLE}}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3931920" cy="3291840"/>
          </a:xfrm>
          <a:prstGeom prst="roundRect">
            <a:avLst/>
          </a:prstGeom>
          <a:solidFill>
            <a:srgbClr val="122A45">
              <a:alpha val="90000"/>
            </a:srgbClr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40080" y="128016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E0F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{{LABEL1}}: {{BULLET1}}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E0F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{{LABEL2}}: {{BULLET2}}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E0F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{{LABEL3}}: {{BULLET3}}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754880" y="1097280"/>
            <a:ext cx="3931920" cy="3291840"/>
          </a:xfrm>
          <a:prstGeom prst="roundRect">
            <a:avLst/>
          </a:prstGeom>
          <a:solidFill>
            <a:srgbClr val="122A45">
              <a:alpha val="90000"/>
            </a:srgbClr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937760" y="1280160"/>
            <a:ext cx="3566160" cy="2926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E0F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{{LABEL4}}: {{BULLET4}}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E0F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{{LABEL5}}: {{BULLET5}}</a:t>
            </a:r>
            <a:endParaRPr lang="en-US" sz="1400" dirty="0"/>
          </a:p>
          <a:p>
            <a:pPr>
              <a:spcAft>
                <a:spcPts val="600"/>
              </a:spcAft>
            </a:pPr>
            <a:r>
              <a:rPr lang="en-US" sz="1400" dirty="0">
                <a:solidFill>
                  <a:srgbClr val="E0F2F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{{LABEL6}}: {{BULLET6}}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0" y="4754880"/>
            <a:ext cx="1097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DD3F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 / 0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Ocean Depths - content-grid-2</dc:title>
  <dc:subject>PptxGenJS Presentation</dc:subject>
  <dc:creator>PPTMaster</dc:creator>
  <cp:lastModifiedBy>PPTMaster</cp:lastModifiedBy>
  <cp:revision>1</cp:revision>
  <dcterms:created xsi:type="dcterms:W3CDTF">2025-12-23T12:19:24Z</dcterms:created>
  <dcterms:modified xsi:type="dcterms:W3CDTF">2025-12-23T12:19:24Z</dcterms:modified>
</cp:coreProperties>
</file>