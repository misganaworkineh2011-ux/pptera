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108960"/>
          </a:xfrm>
          <a:prstGeom prst="roundRect">
            <a:avLst/>
          </a:prstGeom>
          <a:solidFill>
            <a:srgbClr val="0D1F35">
              <a:alpha val="9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108960"/>
          </a:xfrm>
          <a:prstGeom prst="roundRect">
            <a:avLst/>
          </a:prstGeom>
          <a:solidFill>
            <a:srgbClr val="0D1F35">
              <a:alpha val="9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108960"/>
          </a:xfrm>
          <a:prstGeom prst="roundRect">
            <a:avLst/>
          </a:prstGeom>
          <a:solidFill>
            <a:srgbClr val="0D1F35">
              <a:alpha val="9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Depths - content-cards-3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