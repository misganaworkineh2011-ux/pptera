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F3F4F6">
              <a:alpha val="90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F3F4F6">
              <a:alpha val="90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Clean - content-grid-2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