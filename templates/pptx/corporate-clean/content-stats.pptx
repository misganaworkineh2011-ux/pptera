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2057400" cy="256032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371600"/>
            <a:ext cx="1874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457200" y="274320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514600" y="1463040"/>
            <a:ext cx="2057400" cy="256032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514600" y="1371600"/>
            <a:ext cx="1874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2514600" y="274320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0" y="1463040"/>
            <a:ext cx="2057400" cy="256032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1371600"/>
            <a:ext cx="1874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4572000" y="274320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629400" y="1463040"/>
            <a:ext cx="2057400" cy="256032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29400" y="1371600"/>
            <a:ext cx="1874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6629400" y="274320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Corporate Clean - content-stats</dc:title>
  <dc:subject>PptxGenJS Presentation</dc:subject>
  <dc:creator>PPTMaster</dc:creator>
  <cp:lastModifiedBy>PPTMaster</cp:lastModifiedBy>
  <cp:revision>1</cp:revision>
  <dcterms:created xsi:type="dcterms:W3CDTF">2025-12-23T12:19:25Z</dcterms:created>
  <dcterms:modified xsi:type="dcterms:W3CDTF">2025-12-23T12:19:25Z</dcterms:modified>
</cp:coreProperties>
</file>