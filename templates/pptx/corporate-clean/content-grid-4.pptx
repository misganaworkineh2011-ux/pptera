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F3F4F6">
              <a:alpha val="9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F3F4F6">
              <a:alpha val="9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645920"/>
          </a:xfrm>
          <a:prstGeom prst="roundRect">
            <a:avLst/>
          </a:prstGeom>
          <a:solidFill>
            <a:srgbClr val="F3F4F6">
              <a:alpha val="9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1645920"/>
          </a:xfrm>
          <a:prstGeom prst="roundRect">
            <a:avLst/>
          </a:prstGeom>
          <a:solidFill>
            <a:srgbClr val="F3F4F6">
              <a:alpha val="9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Clean - content-grid-4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