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F9FAFB">
              <a:alpha val="9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F9FAFB">
              <a:alpha val="9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F9FAFB">
              <a:alpha val="9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content-cards-3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