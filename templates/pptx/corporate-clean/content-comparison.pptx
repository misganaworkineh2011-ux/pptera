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548640"/>
          </a:xfrm>
          <a:prstGeom prst="round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54880" y="1005840"/>
            <a:ext cx="3931920" cy="548640"/>
          </a:xfrm>
          <a:prstGeom prst="roundRect">
            <a:avLst/>
          </a:prstGeom>
          <a:solidFill>
            <a:srgbClr val="64748B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00584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{{BULLET5}}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937760" y="173736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lang="en-US" sz="13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Corporate Clean - content-comparison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