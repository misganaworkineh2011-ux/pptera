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CE7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2D1A24"/>
          </a:solidFill>
          <a:ln w="12700">
            <a:solidFill>
              <a:srgbClr val="4C1D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content-left-image-right</dc:title>
  <dc:subject>PptxGenJS Presentation</dc:subject>
  <dc:creator>PPTera</dc:creator>
  <cp:lastModifiedBy>PPTera</cp:lastModifiedBy>
  <cp:revision>1</cp:revision>
  <dcterms:created xsi:type="dcterms:W3CDTF">2025-12-23T12:19:24Z</dcterms:created>
  <dcterms:modified xsi:type="dcterms:W3CDTF">2025-12-23T12:19:24Z</dcterms:modified>
</cp:coreProperties>
</file>