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645920"/>
          </a:xfrm>
          <a:prstGeom prst="roundRect">
            <a:avLst/>
          </a:prstGeom>
          <a:solidFill>
            <a:srgbClr val="2D1A24">
              <a:alpha val="90000"/>
            </a:srgbClr>
          </a:solidFill>
          <a:ln w="12700">
            <a:solidFill>
              <a:srgbClr val="4C1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1645920"/>
          </a:xfrm>
          <a:prstGeom prst="roundRect">
            <a:avLst/>
          </a:prstGeom>
          <a:solidFill>
            <a:srgbClr val="2D1A24">
              <a:alpha val="90000"/>
            </a:srgbClr>
          </a:solidFill>
          <a:ln w="12700">
            <a:solidFill>
              <a:srgbClr val="4C1D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931920" cy="1645920"/>
          </a:xfrm>
          <a:prstGeom prst="roundRect">
            <a:avLst/>
          </a:prstGeom>
          <a:solidFill>
            <a:srgbClr val="2D1A24">
              <a:alpha val="90000"/>
            </a:srgbClr>
          </a:solidFill>
          <a:ln w="12700">
            <a:solidFill>
              <a:srgbClr val="4C1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3931920" cy="1645920"/>
          </a:xfrm>
          <a:prstGeom prst="roundRect">
            <a:avLst/>
          </a:prstGeom>
          <a:solidFill>
            <a:srgbClr val="2D1A24">
              <a:alpha val="90000"/>
            </a:srgbClr>
          </a:solidFill>
          <a:ln w="12700">
            <a:solidFill>
              <a:srgbClr val="4C1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9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Sunset Gradient - content-grid-4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