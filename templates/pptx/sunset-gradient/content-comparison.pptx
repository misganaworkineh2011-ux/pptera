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0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548640"/>
          </a:xfrm>
          <a:prstGeom prst="roundRect">
            <a:avLst/>
          </a:prstGeom>
          <a:solidFill>
            <a:srgbClr val="F472B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0584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754880" y="1005840"/>
            <a:ext cx="3931920" cy="548640"/>
          </a:xfrm>
          <a:prstGeom prst="roundRect">
            <a:avLst/>
          </a:prstGeom>
          <a:solidFill>
            <a:srgbClr val="FB923C"/>
          </a:solidFill>
          <a:ln/>
        </p:spPr>
      </p:sp>
      <p:sp>
        <p:nvSpPr>
          <p:cNvPr id="6" name="Text 4"/>
          <p:cNvSpPr/>
          <p:nvPr/>
        </p:nvSpPr>
        <p:spPr>
          <a:xfrm>
            <a:off x="4754880" y="100584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35661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FCE7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{{BULLET1}}</a:t>
            </a:r>
            <a:endParaRPr lang="en-US" sz="1300" dirty="0"/>
          </a:p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FCE7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{{BULLET3}}</a:t>
            </a:r>
            <a:endParaRPr lang="en-US" sz="1300" dirty="0"/>
          </a:p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FCE7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{{BULLET5}}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937760" y="1737360"/>
            <a:ext cx="35661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FCE7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{{BULLET2}}</a:t>
            </a:r>
            <a:endParaRPr lang="en-US" sz="1300" dirty="0"/>
          </a:p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FCE7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{{BULLET4}}</a:t>
            </a:r>
            <a:endParaRPr lang="en-US" sz="1300" dirty="0"/>
          </a:p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FCE7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{{BULLET6}}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9A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Sunset Gradient - content-comparison</dc:title>
  <dc:subject>PptxGenJS Presentation</dc:subject>
  <dc:creator>PPTMaster</dc:creator>
  <cp:lastModifiedBy>PPTMaster</cp:lastModifiedBy>
  <cp:revision>1</cp:revision>
  <dcterms:created xsi:type="dcterms:W3CDTF">2025-12-23T12:19:24Z</dcterms:created>
  <dcterms:modified xsi:type="dcterms:W3CDTF">2025-12-23T12:19:24Z</dcterms:modified>
</cp:coreProperties>
</file>