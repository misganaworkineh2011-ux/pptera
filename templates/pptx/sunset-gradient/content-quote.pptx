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472B6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content-quote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