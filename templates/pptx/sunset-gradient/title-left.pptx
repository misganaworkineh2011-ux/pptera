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10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5486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3108960"/>
            <a:ext cx="5486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F9A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{{SUBTITLE}}</a:t>
            </a:r>
            <a:endParaRPr lang="en-US" sz="2000" dirty="0"/>
          </a:p>
        </p:txBody>
      </p:sp>
      <p:sp>
        <p:nvSpPr>
          <p:cNvPr id="4" name="Shape 2"/>
          <p:cNvSpPr/>
          <p:nvPr/>
        </p:nvSpPr>
        <p:spPr>
          <a:xfrm>
            <a:off x="6400800" y="0"/>
            <a:ext cx="2743200" cy="5143500"/>
          </a:xfrm>
          <a:prstGeom prst="rect">
            <a:avLst/>
          </a:prstGeom>
          <a:solidFill>
            <a:srgbClr val="2D1A24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9A8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Sunset Gradient - title-left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