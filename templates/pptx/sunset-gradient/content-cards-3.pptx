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0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3108960"/>
          </a:xfrm>
          <a:prstGeom prst="roundRect">
            <a:avLst/>
          </a:prstGeom>
          <a:solidFill>
            <a:srgbClr val="261520">
              <a:alpha val="90000"/>
            </a:srgbClr>
          </a:solidFill>
          <a:ln w="25400">
            <a:solidFill>
              <a:srgbClr val="F472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28016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FCE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{{LABEL1}}: {{BULLET1}}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FCE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{{LABEL2}}: {{BULLET2}}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383280" y="1097280"/>
            <a:ext cx="2651760" cy="3108960"/>
          </a:xfrm>
          <a:prstGeom prst="roundRect">
            <a:avLst/>
          </a:prstGeom>
          <a:solidFill>
            <a:srgbClr val="261520">
              <a:alpha val="90000"/>
            </a:srgbClr>
          </a:solidFill>
          <a:ln w="25400">
            <a:solidFill>
              <a:srgbClr val="F472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20440" y="128016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FCE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{{LABEL3}}: {{BULLET3}}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FCE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{{LABEL4}}: {{BULLET4}}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09360" y="1097280"/>
            <a:ext cx="2651760" cy="3108960"/>
          </a:xfrm>
          <a:prstGeom prst="roundRect">
            <a:avLst/>
          </a:prstGeom>
          <a:solidFill>
            <a:srgbClr val="261520">
              <a:alpha val="90000"/>
            </a:srgbClr>
          </a:solidFill>
          <a:ln w="25400">
            <a:solidFill>
              <a:srgbClr val="F472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28016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FCE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{{LABEL5}}: {{BULLET5}}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FCE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{{LABEL6}}: {{BULLET6}}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9A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Sunset Gradient - content-cards-3</dc:title>
  <dc:subject>PptxGenJS Presentation</dc:subject>
  <dc:creator>PPTMaster</dc:creator>
  <cp:lastModifiedBy>PPTMaster</cp:lastModifiedBy>
  <cp:revision>1</cp:revision>
  <dcterms:created xsi:type="dcterms:W3CDTF">2025-12-23T12:19:24Z</dcterms:created>
  <dcterms:modified xsi:type="dcterms:W3CDTF">2025-12-23T12:19:24Z</dcterms:modified>
</cp:coreProperties>
</file>