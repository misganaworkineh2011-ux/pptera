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0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2057400" cy="2560320"/>
          </a:xfrm>
          <a:prstGeom prst="rect">
            <a:avLst/>
          </a:prstGeom>
          <a:solidFill>
            <a:srgbClr val="261520"/>
          </a:solidFill>
          <a:ln w="12700">
            <a:solidFill>
              <a:srgbClr val="4C1D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14600" y="1463040"/>
            <a:ext cx="2057400" cy="2560320"/>
          </a:xfrm>
          <a:prstGeom prst="rect">
            <a:avLst/>
          </a:prstGeom>
          <a:solidFill>
            <a:srgbClr val="261520"/>
          </a:solidFill>
          <a:ln w="12700">
            <a:solidFill>
              <a:srgbClr val="4C1D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146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25146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0" y="1463040"/>
            <a:ext cx="2057400" cy="2560320"/>
          </a:xfrm>
          <a:prstGeom prst="rect">
            <a:avLst/>
          </a:prstGeom>
          <a:solidFill>
            <a:srgbClr val="261520"/>
          </a:solidFill>
          <a:ln w="12700">
            <a:solidFill>
              <a:srgbClr val="4C1D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45720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29400" y="1463040"/>
            <a:ext cx="2057400" cy="2560320"/>
          </a:xfrm>
          <a:prstGeom prst="rect">
            <a:avLst/>
          </a:prstGeom>
          <a:solidFill>
            <a:srgbClr val="261520"/>
          </a:solidFill>
          <a:ln w="12700">
            <a:solidFill>
              <a:srgbClr val="4C1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6294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9A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Sunset Gradient - content-stats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