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0612">
              <a:alpha val="8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{{TITLE}}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2286000"/>
            <a:ext cx="7680960" cy="4572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5" name="Shape 3"/>
          <p:cNvSpPr/>
          <p:nvPr/>
        </p:nvSpPr>
        <p:spPr>
          <a:xfrm>
            <a:off x="2130552" y="2148840"/>
            <a:ext cx="274320" cy="274320"/>
          </a:xfrm>
          <a:prstGeom prst="ellipse">
            <a:avLst/>
          </a:prstGeom>
          <a:solidFill>
            <a:srgbClr val="A78BFA"/>
          </a:solidFill>
          <a:ln/>
        </p:spPr>
      </p:sp>
      <p:sp>
        <p:nvSpPr>
          <p:cNvPr id="6" name="Text 4"/>
          <p:cNvSpPr/>
          <p:nvPr/>
        </p:nvSpPr>
        <p:spPr>
          <a:xfrm>
            <a:off x="1353312" y="137160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{{LABEL1}}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353312" y="2560320"/>
            <a:ext cx="18288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{{BULLET1}}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66744" y="2148840"/>
            <a:ext cx="274320" cy="274320"/>
          </a:xfrm>
          <a:prstGeom prst="ellipse">
            <a:avLst/>
          </a:prstGeom>
          <a:solidFill>
            <a:srgbClr val="A78BFA"/>
          </a:solidFill>
          <a:ln/>
        </p:spPr>
      </p:sp>
      <p:sp>
        <p:nvSpPr>
          <p:cNvPr id="9" name="Text 7"/>
          <p:cNvSpPr/>
          <p:nvPr/>
        </p:nvSpPr>
        <p:spPr>
          <a:xfrm>
            <a:off x="2889504" y="137160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{{LABEL2}}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889504" y="2560320"/>
            <a:ext cx="18288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{{BULLET2}}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202936" y="2148840"/>
            <a:ext cx="274320" cy="274320"/>
          </a:xfrm>
          <a:prstGeom prst="ellipse">
            <a:avLst/>
          </a:prstGeom>
          <a:solidFill>
            <a:srgbClr val="A78BFA"/>
          </a:solidFill>
          <a:ln/>
        </p:spPr>
      </p:sp>
      <p:sp>
        <p:nvSpPr>
          <p:cNvPr id="12" name="Text 10"/>
          <p:cNvSpPr/>
          <p:nvPr/>
        </p:nvSpPr>
        <p:spPr>
          <a:xfrm>
            <a:off x="4425696" y="137160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{{LABEL3}}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425696" y="2560320"/>
            <a:ext cx="18288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{{BULLET3}}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739128" y="2148840"/>
            <a:ext cx="274320" cy="274320"/>
          </a:xfrm>
          <a:prstGeom prst="ellipse">
            <a:avLst/>
          </a:prstGeom>
          <a:solidFill>
            <a:srgbClr val="A78BFA"/>
          </a:solidFill>
          <a:ln/>
        </p:spPr>
      </p:sp>
      <p:sp>
        <p:nvSpPr>
          <p:cNvPr id="15" name="Text 13"/>
          <p:cNvSpPr/>
          <p:nvPr/>
        </p:nvSpPr>
        <p:spPr>
          <a:xfrm>
            <a:off x="5961888" y="137160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{{LABEL4}}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961888" y="2560320"/>
            <a:ext cx="18288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{{BULLET4}}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4B5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/ 0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Cosmic Voyage - content-timeline</dc:title>
  <dc:subject>PptxGenJS Presentation</dc:subject>
  <dc:creator>PPTMaster</dc:creator>
  <cp:lastModifiedBy>PPTMaster</cp:lastModifiedBy>
  <cp:revision>1</cp:revision>
  <dcterms:created xsi:type="dcterms:W3CDTF">2025-12-23T12:19:46Z</dcterms:created>
  <dcterms:modified xsi:type="dcterms:W3CDTF">2025-12-23T12:19:46Z</dcterms:modified>
</cp:coreProperties>
</file>