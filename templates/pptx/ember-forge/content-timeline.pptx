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2130552" y="214884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353312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53312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66744" y="214884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2889504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9504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02936" y="214884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25696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39128" y="214884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5961888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1888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Ember Forge - content-timeline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