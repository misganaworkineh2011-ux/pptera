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2A1010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2A1010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2A1010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2A1010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content-stats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