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EF4444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E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Ember Forge - content-quote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