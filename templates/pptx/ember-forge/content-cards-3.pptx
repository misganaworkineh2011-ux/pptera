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108960"/>
          </a:xfrm>
          <a:prstGeom prst="roundRect">
            <a:avLst/>
          </a:prstGeom>
          <a:solidFill>
            <a:srgbClr val="2A1010">
              <a:alpha val="90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8016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383280" y="1097280"/>
            <a:ext cx="2651760" cy="3108960"/>
          </a:xfrm>
          <a:prstGeom prst="roundRect">
            <a:avLst/>
          </a:prstGeom>
          <a:solidFill>
            <a:srgbClr val="2A1010">
              <a:alpha val="90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20440" y="128016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097280"/>
            <a:ext cx="2651760" cy="3108960"/>
          </a:xfrm>
          <a:prstGeom prst="roundRect">
            <a:avLst/>
          </a:prstGeom>
          <a:solidFill>
            <a:srgbClr val="2A1010">
              <a:alpha val="90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28016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Ember Forge - content-cards-3</dc:title>
  <dc:subject>PptxGenJS Presentation</dc:subject>
  <dc:creator>PPTMaster</dc:creator>
  <cp:lastModifiedBy>PPTMaster</cp:lastModifiedBy>
  <cp:revision>1</cp:revision>
  <dcterms:created xsi:type="dcterms:W3CDTF">2025-12-23T12:19:25Z</dcterms:created>
  <dcterms:modified xsi:type="dcterms:W3CDTF">2025-12-23T12:19:25Z</dcterms:modified>
</cp:coreProperties>
</file>