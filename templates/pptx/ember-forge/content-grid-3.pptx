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{{TITLE}}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2651760" cy="3291840"/>
          </a:xfrm>
          <a:prstGeom prst="roundRect">
            <a:avLst/>
          </a:prstGeom>
          <a:solidFill>
            <a:srgbClr val="3A1515">
              <a:alpha val="90000"/>
            </a:srgbClr>
          </a:solidFill>
          <a:ln w="12700">
            <a:solidFill>
              <a:srgbClr val="7F1D1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1280160"/>
            <a:ext cx="237744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600"/>
              </a:spcAft>
            </a:pPr>
            <a:r>
              <a:rPr lang="en-US" sz="1300" dirty="0">
                <a:solidFill>
                  <a:srgbClr val="FE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{{LABEL1}}: {{BULLET1}}</a:t>
            </a:r>
            <a:endParaRPr lang="en-US" sz="1300" dirty="0"/>
          </a:p>
          <a:p>
            <a:pPr>
              <a:spcAft>
                <a:spcPts val="600"/>
              </a:spcAft>
            </a:pPr>
            <a:r>
              <a:rPr lang="en-US" sz="1300" dirty="0">
                <a:solidFill>
                  <a:srgbClr val="FE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{{LABEL2}}: {{BULLET2}}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383280" y="1097280"/>
            <a:ext cx="2651760" cy="3291840"/>
          </a:xfrm>
          <a:prstGeom prst="roundRect">
            <a:avLst/>
          </a:prstGeom>
          <a:solidFill>
            <a:srgbClr val="3A1515">
              <a:alpha val="90000"/>
            </a:srgbClr>
          </a:solidFill>
          <a:ln w="12700">
            <a:solidFill>
              <a:srgbClr val="7F1D1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520440" y="1280160"/>
            <a:ext cx="237744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600"/>
              </a:spcAft>
            </a:pPr>
            <a:r>
              <a:rPr lang="en-US" sz="1300" dirty="0">
                <a:solidFill>
                  <a:srgbClr val="FE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{{LABEL3}}: {{BULLET3}}</a:t>
            </a:r>
            <a:endParaRPr lang="en-US" sz="1300" dirty="0"/>
          </a:p>
          <a:p>
            <a:pPr>
              <a:spcAft>
                <a:spcPts val="600"/>
              </a:spcAft>
            </a:pPr>
            <a:r>
              <a:rPr lang="en-US" sz="1300" dirty="0">
                <a:solidFill>
                  <a:srgbClr val="FE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{{LABEL4}}: {{BULLET4}}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309360" y="1097280"/>
            <a:ext cx="2651760" cy="3291840"/>
          </a:xfrm>
          <a:prstGeom prst="roundRect">
            <a:avLst/>
          </a:prstGeom>
          <a:solidFill>
            <a:srgbClr val="3A1515">
              <a:alpha val="90000"/>
            </a:srgbClr>
          </a:solidFill>
          <a:ln w="12700">
            <a:solidFill>
              <a:srgbClr val="7F1D1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46520" y="1280160"/>
            <a:ext cx="237744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600"/>
              </a:spcAft>
            </a:pPr>
            <a:r>
              <a:rPr lang="en-US" sz="1300" dirty="0">
                <a:solidFill>
                  <a:srgbClr val="FE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{{LABEL5}}: {{BULLET5}}</a:t>
            </a:r>
            <a:endParaRPr lang="en-US" sz="1300" dirty="0"/>
          </a:p>
          <a:p>
            <a:pPr>
              <a:spcAft>
                <a:spcPts val="600"/>
              </a:spcAft>
            </a:pPr>
            <a:r>
              <a:rPr lang="en-US" sz="1300" dirty="0">
                <a:solidFill>
                  <a:srgbClr val="FE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{{LABEL6}}: {{BULLET6}}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CA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0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Ember Forge - content-grid-3</dc:title>
  <dc:subject>PptxGenJS Presentation</dc:subject>
  <dc:creator>PPTMaster</dc:creator>
  <cp:lastModifiedBy>PPTMaster</cp:lastModifiedBy>
  <cp:revision>1</cp:revision>
  <dcterms:created xsi:type="dcterms:W3CDTF">2025-12-23T12:19:25Z</dcterms:created>
  <dcterms:modified xsi:type="dcterms:W3CDTF">2025-12-23T12:19:25Z</dcterms:modified>
</cp:coreProperties>
</file>