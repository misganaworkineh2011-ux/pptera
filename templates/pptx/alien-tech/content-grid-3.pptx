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291840"/>
          </a:xfrm>
          <a:prstGeom prst="roundRect">
            <a:avLst/>
          </a:prstGeom>
          <a:solidFill>
            <a:srgbClr val="121A12">
              <a:alpha val="90000"/>
            </a:srgbClr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291840"/>
          </a:xfrm>
          <a:prstGeom prst="roundRect">
            <a:avLst/>
          </a:prstGeom>
          <a:solidFill>
            <a:srgbClr val="121A12">
              <a:alpha val="90000"/>
            </a:srgbClr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291840"/>
          </a:xfrm>
          <a:prstGeom prst="roundRect">
            <a:avLst/>
          </a:prstGeom>
          <a:solidFill>
            <a:srgbClr val="121A12">
              <a:alpha val="90000"/>
            </a:srgbClr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B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Alien Tech - content-grid-3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