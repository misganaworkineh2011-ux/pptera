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A3FF00"/>
          </a:solidFill>
          <a:ln/>
        </p:spPr>
      </p:sp>
      <p:sp>
        <p:nvSpPr>
          <p:cNvPr id="4" name="Shape 2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A3FF00"/>
          </a:solidFill>
          <a:ln/>
        </p:spPr>
      </p:sp>
      <p:sp>
        <p:nvSpPr>
          <p:cNvPr id="5" name="Text 3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A3FF00"/>
          </a:solidFill>
          <a:ln/>
        </p:spPr>
      </p:sp>
      <p:sp>
        <p:nvSpPr>
          <p:cNvPr id="8" name="Text 6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A3FF00"/>
          </a:solidFill>
          <a:ln/>
        </p:spPr>
      </p:sp>
      <p:sp>
        <p:nvSpPr>
          <p:cNvPr id="11" name="Text 9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A3FF00"/>
          </a:solidFill>
          <a:ln/>
        </p:spPr>
      </p:sp>
      <p:sp>
        <p:nvSpPr>
          <p:cNvPr id="14" name="Text 12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content-timeline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