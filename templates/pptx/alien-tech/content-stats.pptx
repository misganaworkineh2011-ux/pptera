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2057400" cy="2560320"/>
          </a:xfrm>
          <a:prstGeom prst="rect">
            <a:avLst/>
          </a:prstGeom>
          <a:solidFill>
            <a:srgbClr val="0D140D"/>
          </a:solidFill>
          <a:ln w="12700">
            <a:solidFill>
              <a:srgbClr val="1A2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A3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14600" y="1463040"/>
            <a:ext cx="2057400" cy="2560320"/>
          </a:xfrm>
          <a:prstGeom prst="rect">
            <a:avLst/>
          </a:prstGeom>
          <a:solidFill>
            <a:srgbClr val="0D140D"/>
          </a:solidFill>
          <a:ln w="12700">
            <a:solidFill>
              <a:srgbClr val="1A2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146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A3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25146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1463040"/>
            <a:ext cx="2057400" cy="2560320"/>
          </a:xfrm>
          <a:prstGeom prst="rect">
            <a:avLst/>
          </a:prstGeom>
          <a:solidFill>
            <a:srgbClr val="0D140D"/>
          </a:solidFill>
          <a:ln w="12700">
            <a:solidFill>
              <a:srgbClr val="1A2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A3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5720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29400" y="1463040"/>
            <a:ext cx="2057400" cy="2560320"/>
          </a:xfrm>
          <a:prstGeom prst="rect">
            <a:avLst/>
          </a:prstGeom>
          <a:solidFill>
            <a:srgbClr val="0D140D"/>
          </a:solidFill>
          <a:ln w="12700">
            <a:solidFill>
              <a:srgbClr val="1A2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A3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6294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B8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Alien Tech - content-stats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