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108960"/>
          </a:xfrm>
          <a:prstGeom prst="roundRect">
            <a:avLst/>
          </a:prstGeom>
          <a:solidFill>
            <a:srgbClr val="0D140D">
              <a:alpha val="90000"/>
            </a:srgbClr>
          </a:solidFill>
          <a:ln w="25400">
            <a:solidFill>
              <a:srgbClr val="A3F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383280" y="1097280"/>
            <a:ext cx="2651760" cy="3108960"/>
          </a:xfrm>
          <a:prstGeom prst="roundRect">
            <a:avLst/>
          </a:prstGeom>
          <a:solidFill>
            <a:srgbClr val="0D140D">
              <a:alpha val="90000"/>
            </a:srgbClr>
          </a:solidFill>
          <a:ln w="25400">
            <a:solidFill>
              <a:srgbClr val="A3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044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097280"/>
            <a:ext cx="2651760" cy="3108960"/>
          </a:xfrm>
          <a:prstGeom prst="roundRect">
            <a:avLst/>
          </a:prstGeom>
          <a:solidFill>
            <a:srgbClr val="0D140D">
              <a:alpha val="90000"/>
            </a:srgbClr>
          </a:solidFill>
          <a:ln w="25400">
            <a:solidFill>
              <a:srgbClr val="A3F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B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Alien Tech - content-cards-3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