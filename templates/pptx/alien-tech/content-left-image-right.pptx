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21A12"/>
          </a:solidFill>
          <a:ln w="12700">
            <a:solidFill>
              <a:srgbClr val="1A2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content-left-image-right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