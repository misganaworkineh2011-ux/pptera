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CB8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B8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Alien Tech - title-center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