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548640"/>
          </a:xfrm>
          <a:prstGeom prst="roundRect">
            <a:avLst/>
          </a:prstGeom>
          <a:solidFill>
            <a:srgbClr val="A3FF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548640"/>
          </a:xfrm>
          <a:prstGeom prst="roundRect">
            <a:avLst/>
          </a:prstGeom>
          <a:solidFill>
            <a:srgbClr val="00FF88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{{BULLET5}}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{{BULLET6}}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B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Alien Tech - content-comparison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